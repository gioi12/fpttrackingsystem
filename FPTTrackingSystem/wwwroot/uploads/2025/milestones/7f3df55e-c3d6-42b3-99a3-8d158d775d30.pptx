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AE3F-51A1-BA5E-1B11-98AD9B48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0130C-721B-B9E1-97B7-BA05DDE8B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A6D0-B69C-51BD-F98A-F21EC204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07963-17ED-7407-292E-333C790B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C70A5-382E-B982-24DE-64D6537A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3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7187-E938-D8BB-B11E-79794621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955BB-662B-4342-CC53-CF75266BF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BCB2B-B976-B68D-D70C-C1FBDFEF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AC107-6DDE-2E36-5DB1-2866C522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35EA-DB01-5350-A78A-95E0C2FC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69EC-C227-08CE-504C-CEC7F77C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C4B01-2F2F-BA47-61FD-9A27C18B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672CC-D88E-3EDD-4CAD-4C90BE36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AF742-4A1A-509D-2D63-9F5EEFDC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D2AE-29FB-633D-67FF-B99182F7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A853-03D0-CC10-A6A3-95242755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45E98-C44D-FE5D-6D7E-80B79E38D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3E866-910D-FA7C-73AD-EA0FDD539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0605A-FA9A-B6CD-B62C-171E17D8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53ED4-63BC-717E-A82B-9C3CF146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70B08-697B-7F95-D169-0F579AD9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88A6-90D1-CAD5-F634-D070CC08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85BF7-CF18-5F33-96C4-9BE4645C1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AE0B8-8837-5068-A476-0AC5C5B51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96F7D-7836-F37C-C202-B450B9693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77E55-3694-38BF-4DFF-51C946142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7235E-D4CB-9F5F-7608-C5D03185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BB8A7F-FC20-AC1D-2646-5CF6A101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90471-97D1-AD3A-0B5D-29DEF5EA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9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6FDD-B7F0-70A3-504C-C14DC0E4A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36674-B809-242E-5DE8-D62C6F11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19977-17FF-9C26-BAE5-8D4873CF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B324D-B7AF-5982-310D-2F47B5CE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8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9E7ED-85CB-6CF8-3EDD-F0FC26D2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C95DC-1D86-2C83-5514-006B385B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9A9BE-CA49-E0AE-D168-44BDC225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8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22D1-0910-1384-420E-FB1A3097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4702-8815-B336-99C4-872EB99CF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B9BE4-AB32-6D5A-E8FA-ED203289C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A0FB-B42A-A69C-537A-6CD0E64F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91253-491E-CFE0-9D5F-B8D15CA9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9F132-9478-35BB-27E3-53B025EE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8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6CDB-D68D-9510-AA68-658F651B4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FA8EC-81D2-D99B-AB88-5625045C2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5277E-81E7-E20E-59D1-5E6480D89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BCD3C-6CD7-76FD-69D2-E0D3A20A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BF518-4708-1E68-6F90-A828EFD0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AA1D2-E5E2-9FCB-A347-21C96849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8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7C64-F127-1C4D-A946-50EB7EC4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0BFD4-FDB6-B08F-FDBB-67380E006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890FC-90F4-0176-C4EF-609912AF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8CF0-4C7A-191B-9C34-5BACC0BC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1B183-5A9E-8630-8865-180DC1F9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8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18ABF-B977-4A23-F334-DD5E37349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F20CA-8AB0-434F-5FC1-AFA334E4D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654C2-6493-AD27-AA0D-2DBF7ED4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E41C4-82F4-F76A-7947-C891B7DC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843B-EE1D-371C-5B6B-44EBA12A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07805-0805-6062-2A91-5DC31F213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2C561-8241-34FB-B7EB-61DDFD44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4FB95-729D-6A66-B6D2-6A7E08D4C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42DA6-1125-45E1-9121-53A2BA2FB3A0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EE07D-1BEE-88B2-3CD7-6C64F9A37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84A90-F49F-3599-268D-AC64834A0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0F74D-667D-4D5F-9708-D20CC68B1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9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C141-FDE2-1889-9F2E-B8065C098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 sz="6000"/>
              <a:t>Xây dựng Hệ thống lập báo cáo tự đánh giá và tập hợp minh chứng kiểm định/tái kiểm định (trường, ngành)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C5655-12CB-D3A9-B587-B24E1A01F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lampt2@</a:t>
            </a:r>
          </a:p>
        </p:txBody>
      </p:sp>
    </p:spTree>
    <p:extLst>
      <p:ext uri="{BB962C8B-B14F-4D97-AF65-F5344CB8AC3E}">
        <p14:creationId xmlns:p14="http://schemas.microsoft.com/office/powerpoint/2010/main" val="412554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6245-5D5B-64F7-6F04-89D54C68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706F2-6364-EDB4-D870-BA4BC7D4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Là ứng dụng web hỗ trợ </a:t>
            </a:r>
            <a:r>
              <a:rPr lang="en-US" u="sng"/>
              <a:t>viết</a:t>
            </a:r>
            <a:r>
              <a:rPr lang="en-US"/>
              <a:t> báo cáo tự đánh giá kiểm định, </a:t>
            </a:r>
            <a:r>
              <a:rPr lang="en-US" u="sng"/>
              <a:t>thu thập </a:t>
            </a:r>
            <a:r>
              <a:rPr lang="en-US"/>
              <a:t>và </a:t>
            </a:r>
            <a:r>
              <a:rPr lang="en-US" u="sng"/>
              <a:t>quản lý</a:t>
            </a:r>
            <a:r>
              <a:rPr lang="en-US"/>
              <a:t> minh chứng. Hỗ trợ bên đánh giá tiếp cận báo cáo và minh chứng online hoàn toàn.</a:t>
            </a:r>
          </a:p>
          <a:p>
            <a:r>
              <a:rPr lang="en-US"/>
              <a:t>Mỗi dự án kiểm định sẽ theo flow sau:  1)</a:t>
            </a:r>
            <a:r>
              <a:rPr lang="en-US" u="sng"/>
              <a:t>Khởi tạo </a:t>
            </a:r>
            <a:r>
              <a:rPr lang="en-US"/>
              <a:t>dự án (tên, timeline, mô tả,…)-&gt;2)Quản lý </a:t>
            </a:r>
            <a:r>
              <a:rPr lang="en-US" u="sng"/>
              <a:t>tiêu chí </a:t>
            </a:r>
            <a:r>
              <a:rPr lang="en-US"/>
              <a:t>cần viết-&gt;3)</a:t>
            </a:r>
            <a:r>
              <a:rPr lang="en-US" u="sng"/>
              <a:t>Phân công </a:t>
            </a:r>
            <a:r>
              <a:rPr lang="en-US"/>
              <a:t>người </a:t>
            </a:r>
            <a:r>
              <a:rPr lang="en-US" u="sng"/>
              <a:t>viết</a:t>
            </a:r>
            <a:r>
              <a:rPr lang="en-US"/>
              <a:t> các tiêu chí-&gt; 4)Phân công thu thập minh chứng-&gt;5)</a:t>
            </a:r>
            <a:r>
              <a:rPr lang="en-US" u="sng"/>
              <a:t>Phân công review-</a:t>
            </a:r>
            <a:r>
              <a:rPr lang="en-US"/>
              <a:t>&gt;6)Kết xuất ra bản </a:t>
            </a:r>
            <a:r>
              <a:rPr lang="en-US" u="sng"/>
              <a:t>DRAFT Báo cáo</a:t>
            </a:r>
            <a:r>
              <a:rPr lang="en-US"/>
              <a:t> tự đánh giá (draft version)-&gt;7)</a:t>
            </a:r>
            <a:r>
              <a:rPr lang="en-US" u="sng"/>
              <a:t>Hoàn thiện</a:t>
            </a:r>
            <a:r>
              <a:rPr lang="en-US"/>
              <a:t> Báo cáo tự đánh giá (làm trên MS Word: layout, những việc mà MS Word làm tốt hơn)=&gt;8)</a:t>
            </a:r>
            <a:r>
              <a:rPr lang="en-US" u="sng"/>
              <a:t>Up bản FINAL </a:t>
            </a:r>
            <a:r>
              <a:rPr lang="en-US"/>
              <a:t>Báo cáo tự đánh giá lên hệ thống-&gt;9)</a:t>
            </a:r>
            <a:r>
              <a:rPr lang="en-US" u="sng"/>
              <a:t>Phân quyền</a:t>
            </a:r>
            <a:r>
              <a:rPr lang="en-US"/>
              <a:t> cho người xem (đoàn đánh giá)-&gt;10)</a:t>
            </a:r>
            <a:r>
              <a:rPr lang="en-US" u="sng"/>
              <a:t>Publish</a:t>
            </a:r>
            <a:r>
              <a:rPr lang="en-US"/>
              <a:t> để cho phép xem bản FINAL+Đầy đủ minh chứng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8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5678-C1BC-EC14-20EF-DE01D770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Roles (nhóm người dùng)/Actors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5533E-C5B2-BC0D-7F60-992CAEC9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 Admin</a:t>
            </a:r>
          </a:p>
          <a:p>
            <a:r>
              <a:rPr lang="en-US"/>
              <a:t>PM (dự án kiểm định)</a:t>
            </a:r>
          </a:p>
          <a:p>
            <a:r>
              <a:rPr lang="en-US"/>
              <a:t>Report Writer</a:t>
            </a:r>
          </a:p>
          <a:p>
            <a:r>
              <a:rPr lang="en-US"/>
              <a:t>Reviewer</a:t>
            </a:r>
          </a:p>
          <a:p>
            <a:r>
              <a:rPr lang="en-US"/>
              <a:t>Accreditor</a:t>
            </a:r>
          </a:p>
        </p:txBody>
      </p:sp>
    </p:spTree>
    <p:extLst>
      <p:ext uri="{BB962C8B-B14F-4D97-AF65-F5344CB8AC3E}">
        <p14:creationId xmlns:p14="http://schemas.microsoft.com/office/powerpoint/2010/main" val="394668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1FB3-B26E-175C-19FD-AA176186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ED6E-D97B-A9BD-B3EC-72A467B1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04/2023 golive phase 1: Viết, Review, Export báo cáo (DRAFT), Up báo cáo (FINAL), Quản lý minh chứng (100% bản mềm), Đoàn đánh giá xem được.</a:t>
            </a:r>
          </a:p>
          <a:p>
            <a:r>
              <a:rPr lang="en-US" sz="2800"/>
              <a:t>08/2023 golive phase 2: 30% minh chứng lấy “tự động”</a:t>
            </a:r>
          </a:p>
          <a:p>
            <a:r>
              <a:rPr lang="en-US" sz="2800"/>
              <a:t>12/2023 golive phase 3: 70% minh chứng lấy “tự động”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9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295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Xây dựng Hệ thống lập báo cáo tự đánh giá và tập hợp minh chứng kiểm định/tái kiểm định (trường, ngành)</vt:lpstr>
      <vt:lpstr>Product vision</vt:lpstr>
      <vt:lpstr>Roles (nhóm người dùng)/Actors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lập báo cáo tự đánh giá và tập hợp minh chứng kiểm định/tái kiểm định (trường, ngành)</dc:title>
  <dc:creator>Phan Truong Lam (FE FPTU HN)</dc:creator>
  <cp:lastModifiedBy>Phan Truong Lam (FE FPTU HN)</cp:lastModifiedBy>
  <cp:revision>2</cp:revision>
  <dcterms:created xsi:type="dcterms:W3CDTF">2023-01-06T03:06:10Z</dcterms:created>
  <dcterms:modified xsi:type="dcterms:W3CDTF">2023-01-06T03:29:43Z</dcterms:modified>
</cp:coreProperties>
</file>